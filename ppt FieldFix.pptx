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</a:rPr>
              <a:t>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943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</a:rPr>
              <a:t>Experience-Learning Service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Every repair becomes experience for the next repair.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005840"/>
            <a:ext cx="256032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52560" y="1508760"/>
            <a:ext cx="173736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37192" y="1627632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EA5E9"/>
                </a:solidFill>
              </a:rPr>
              <a:t>⚙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3063240"/>
            <a:ext cx="1280160" cy="16459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3703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A5E9"/>
                </a:solidFill>
              </a:rPr>
              <a:t>HINDSIGHT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06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HackwithHyderabad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72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Field Service • Troubleshooting • Organizational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Field experience gets lost between service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</a:rPr>
              <a:t>Recurring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75688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Similar machine failures happen repeatedly.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032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Troubleshooting steps are scattered across service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4495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Failed repair attempts can be repeated.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52958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Experienced technicians hold valuable practical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83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</a:rPr>
              <a:t>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</a:rPr>
              <a:t>Machine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788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</a:rPr>
              <a:t>Technician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611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A5E9"/>
                </a:solidFill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9776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</a:rPr>
              <a:t>Trial → Error → 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80060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The organization has history,</a:t>
            </a:r>
            <a:br/>
            <a:r>
              <a:t>but the agent does not learn from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From service history to experience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291840" cy="42519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</a:rPr>
              <a:t>Traditional service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✓  Machine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358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✓  Previous service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0273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✓  Parts / maintenance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966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✓  Current service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EA5E9"/>
                </a:solidFill>
              </a:rPr>
              <a:t>FieldFix adds the missing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31720"/>
            <a:ext cx="1554480" cy="9601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596896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</a:rP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596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331720"/>
            <a:ext cx="1554480" cy="9601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596896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2596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331720"/>
            <a:ext cx="1554480" cy="9601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596896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</a:rPr>
              <a:t>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2596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2331720"/>
            <a:ext cx="1554480" cy="9601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7272" y="2596896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</a:rPr>
              <a:t>Future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</a:rPr>
              <a:t>Not just: “What happened before?”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6177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</a:rPr>
              <a:t>But: “What did we try, and what actually worked?”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FieldFix connects the current breakdown with past repair experiences.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417320" cy="1234440"/>
          </a:xfrm>
          <a:prstGeom prst="roundRect">
            <a:avLst/>
          </a:prstGeom>
          <a:solidFill>
            <a:srgbClr val="2563E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468880"/>
            <a:ext cx="1271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Machine</a:t>
            </a:r>
            <a:br/>
            <a:r>
              <a:t>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5104" y="25603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7128" y="2148840"/>
            <a:ext cx="141732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468880"/>
            <a:ext cx="1271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Current</a:t>
            </a:r>
            <a:br/>
            <a:r>
              <a:t>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5603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1336" y="2148840"/>
            <a:ext cx="141732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2468880"/>
            <a:ext cx="1271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Hindsight</a:t>
            </a:r>
            <a:br/>
            <a: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603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2148840"/>
            <a:ext cx="141732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468880"/>
            <a:ext cx="1271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Similar</a:t>
            </a:r>
            <a:br/>
            <a:r>
              <a:t>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5603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9752" y="2148840"/>
            <a:ext cx="1417320" cy="1234440"/>
          </a:xfrm>
          <a:prstGeom prst="roundRect">
            <a:avLst/>
          </a:prstGeom>
          <a:solidFill>
            <a:srgbClr val="2563E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2468880"/>
            <a:ext cx="1271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Recommended</a:t>
            </a:r>
            <a:br/>
            <a: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5603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148840"/>
            <a:ext cx="141732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2468880"/>
            <a:ext cx="1271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Technician</a:t>
            </a:r>
            <a:br/>
            <a:r>
              <a:t>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96144" y="25603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88168" y="2148840"/>
            <a:ext cx="141732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2468880"/>
            <a:ext cx="1271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Hindsight</a:t>
            </a:r>
            <a:br/>
            <a:r>
              <a:t>Learns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0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A5E9"/>
                </a:solidFill>
              </a:rPr>
              <a:t>Core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177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</a:rPr>
              <a:t>Every completed repair becomes reusable knowledge for the next repair.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Hindsight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Retain → Recall → Reflect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2461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1874519"/>
            <a:ext cx="7315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75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</a:rPr>
              <a:t>01  RETAIN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88920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</a:rPr>
              <a:t>Store symptoms,</a:t>
            </a:r>
            <a:br/>
            <a:r>
              <a:t>actions and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6592" y="1874519"/>
            <a:ext cx="731520" cy="5029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975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</a:rPr>
              <a:t>02 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788920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</a:rPr>
              <a:t>Find relevant past</a:t>
            </a:r>
            <a:br/>
            <a:r>
              <a:t>repair experiences.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00200"/>
            <a:ext cx="32461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31352" y="1874519"/>
            <a:ext cx="731520" cy="5029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975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</a:rPr>
              <a:t>03  REFLECT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788920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</a:rPr>
              <a:t>Use accumulated</a:t>
            </a:r>
            <a:br/>
            <a:r>
              <a:t>experience to improve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4A3B8"/>
                </a:solidFill>
              </a:rPr>
              <a:t>Example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029200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</a:rPr>
              <a:t>Motor overheating  →  Coolant ❌  →  Fan inspection 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 focused workflow from technician UI to experience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667512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1444751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</a:rPr>
              <a:t>React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444751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Service case + outcome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002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12848"/>
            <a:ext cx="667512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377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</a:rPr>
              <a:t>Node.js /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37744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Case and agent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93522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145536"/>
            <a:ext cx="667512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33101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</a:rPr>
              <a:t>FieldFix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310128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Current case + past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86791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078224"/>
            <a:ext cx="667512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24281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</a:rPr>
              <a:t>Hindsight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242816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Retain • Recall • Reflect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80060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5010912"/>
            <a:ext cx="6675120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51755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175504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Next troubleshooting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9893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</a:rPr>
              <a:t>Technician performs action → outcome returns to Hindsight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One repair makes the next repair smarter.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035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</a:rPr>
              <a:t>CASE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</a:rPr>
              <a:t>Industrial Motor M-204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Motor overheating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</a:rPr>
              <a:t>Coolant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</a:rPr>
              <a:t>✕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</a:rPr>
              <a:t>Fan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</a:rPr>
              <a:t>✓ FIXED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00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</a:rPr>
              <a:t>Hindsight stores the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3035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</a:rPr>
              <a:t>CASE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</a:rPr>
              <a:t>Same / similar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Motor overheating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83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</a:rPr>
              <a:t>Hindsight recalls Case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94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343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A34A"/>
                </a:solidFill>
              </a:rPr>
              <a:t>Recommend fan inspection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983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</a:rPr>
              <a:t>Past outcome changed future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Turning individual repair experience into organizational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035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2996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Faster troubleshooting for recurring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Less repeated trial-and-error.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992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Reusable practical knowledge for technicians.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8386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Repair outcomes become organizational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3035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5544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02996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Connect real service-management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146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Integrate machine sensor / IoT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9992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Use parts availability in recommendations.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48386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• Expand experience learning across machines.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98932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A5E9"/>
                </a:solidFill>
              </a:rPr>
              <a:t>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59893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</a:rPr>
              <a:t>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989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— Learn what worked.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